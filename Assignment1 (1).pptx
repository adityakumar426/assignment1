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a variable in C/C++?</a:t>
            </a:r>
            <a:endParaRPr lang="en-US" dirty="0"/>
          </a:p>
          <a:p>
            <a:endParaRPr dirty="0"/>
          </a:p>
          <a:p>
            <a:r>
              <a:rPr dirty="0"/>
              <a:t>Ans</a:t>
            </a:r>
            <a:r>
              <a:rPr lang="en-US" dirty="0"/>
              <a:t>w</a:t>
            </a:r>
            <a:r>
              <a:rPr dirty="0"/>
              <a:t>er:</a:t>
            </a:r>
          </a:p>
          <a:p>
            <a:r>
              <a:rPr dirty="0"/>
              <a:t>A variable is a named memory location used to store data that can change during program execution.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Why do we use variables in programs?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Variables are used to store and manage data so that it can be processed and modified in a program.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the difference between a variable name and its value?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 variable name is the identifier of the variable, while the value is the data stored in that variable.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Which of the following is a valid variable name? a) 2num b) </a:t>
            </a:r>
            <a:r>
              <a:rPr dirty="0" err="1"/>
              <a:t>total_marks</a:t>
            </a:r>
            <a:r>
              <a:rPr dirty="0"/>
              <a:t> c) for d) my marks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Answer: </a:t>
            </a:r>
            <a:r>
              <a:rPr dirty="0" err="1"/>
              <a:t>total_marks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Why is Age different from age?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C++ is case-sensitive, so Age and age are treated as two different variables.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Can a variable name contain spaces? Why?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No, variable names cannot contain spaces because spaces are used to separate words and commands.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Can a variable name start with an underscore (_) 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Yes, a variable name can start with an underscore.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happens if two variables have the same name in the same scope?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The compiler generates an error because variable names must be unique within the same scope.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84981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Write three meaningful variable names for storing student information.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 err="1"/>
              <a:t>studentName</a:t>
            </a:r>
            <a:endParaRPr dirty="0"/>
          </a:p>
          <a:p>
            <a:r>
              <a:rPr dirty="0" err="1"/>
              <a:t>rollNumber</a:t>
            </a:r>
            <a:endParaRPr dirty="0"/>
          </a:p>
          <a:p>
            <a:r>
              <a:rPr dirty="0" err="1"/>
              <a:t>studentMarks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2952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Which naming convention is better and why: </a:t>
            </a:r>
            <a:r>
              <a:rPr dirty="0" err="1"/>
              <a:t>studentMarks</a:t>
            </a:r>
            <a:r>
              <a:rPr dirty="0"/>
              <a:t> or </a:t>
            </a:r>
            <a:r>
              <a:rPr dirty="0" err="1"/>
              <a:t>sm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 err="1"/>
              <a:t>studentMarks</a:t>
            </a:r>
            <a:r>
              <a:rPr dirty="0"/>
              <a:t> is better because it is meaningful and easier to understand.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a data type?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 data type specifies the type of data that a variable can store.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Which data type is used to store whole numbers?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Answer: 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Which data type is used to store decimal values?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Answer: float or double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the difference between float and double?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double provides greater precision and can store larger decimal values than float.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Which data type stores a single character?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Answer: char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Which data type stores True/False values?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Answer: bool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data type is suitable for storing a person's name?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Answer: string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914" y="1345633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Predict the output: int age=18; </a:t>
            </a:r>
            <a:r>
              <a:rPr dirty="0" err="1"/>
              <a:t>cout</a:t>
            </a:r>
            <a:r>
              <a:rPr dirty="0"/>
              <a:t>&lt;&lt;age;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Output: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3967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Identify the data type: 25, 3.14, 'A', true.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25 → int</a:t>
            </a:r>
          </a:p>
          <a:p>
            <a:r>
              <a:rPr dirty="0"/>
              <a:t>3.14 → float/double</a:t>
            </a:r>
          </a:p>
          <a:p>
            <a:r>
              <a:rPr dirty="0"/>
              <a:t>'A' → char</a:t>
            </a:r>
          </a:p>
          <a:p>
            <a:r>
              <a:rPr dirty="0"/>
              <a:t>true → bool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happens if you store a decimal number in an int variable?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The decimal part is removed, and only the integer part is stored.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the purpose of </a:t>
            </a:r>
            <a:r>
              <a:rPr dirty="0" err="1"/>
              <a:t>cin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 err="1"/>
              <a:t>cin</a:t>
            </a:r>
            <a:r>
              <a:rPr dirty="0"/>
              <a:t> is used to take input from the user.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3967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the purpose of </a:t>
            </a:r>
            <a:r>
              <a:rPr dirty="0" err="1"/>
              <a:t>cout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 err="1"/>
              <a:t>cout</a:t>
            </a:r>
            <a:r>
              <a:rPr dirty="0"/>
              <a:t> is used to display output on the screen.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Which symbol is used with </a:t>
            </a:r>
            <a:r>
              <a:rPr dirty="0" err="1"/>
              <a:t>cin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Answer: &gt;&gt;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585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Which symbol is used with </a:t>
            </a:r>
            <a:r>
              <a:rPr dirty="0" err="1"/>
              <a:t>cout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Answer: &lt;&lt;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3967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Explain: </a:t>
            </a:r>
            <a:r>
              <a:rPr dirty="0" err="1"/>
              <a:t>cin</a:t>
            </a:r>
            <a:r>
              <a:rPr dirty="0"/>
              <a:t> &gt;&gt; age;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This statement takes input from the user and stores the entered value in the variable age.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83871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Explain: </a:t>
            </a:r>
            <a:r>
              <a:rPr dirty="0" err="1"/>
              <a:t>cout</a:t>
            </a:r>
            <a:r>
              <a:rPr dirty="0"/>
              <a:t> &lt;&lt; age;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This statement displays the current value stored in the variable age on the screen.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3967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the purpose of </a:t>
            </a:r>
            <a:r>
              <a:rPr dirty="0" err="1"/>
              <a:t>endl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 err="1"/>
              <a:t>endl</a:t>
            </a:r>
            <a:r>
              <a:rPr dirty="0"/>
              <a:t> inserts a new line and moves the cursor to the beginning of the next line.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2952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Write a statement to input a student's marks.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The statement is: </a:t>
            </a:r>
            <a:r>
              <a:rPr dirty="0" err="1"/>
              <a:t>cin</a:t>
            </a:r>
            <a:r>
              <a:rPr dirty="0"/>
              <a:t> &gt;&gt; marks; It accepts marks entered by the user and stores them.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401309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Write a statement to display 'Welcome to C++'.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The statement is: </a:t>
            </a:r>
            <a:r>
              <a:rPr dirty="0" err="1"/>
              <a:t>cout</a:t>
            </a:r>
            <a:r>
              <a:rPr dirty="0"/>
              <a:t> &lt;&lt; "Welcome to C++"; It displays the given message on the screen.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Predict the output: </a:t>
            </a:r>
            <a:r>
              <a:rPr dirty="0" err="1"/>
              <a:t>cout</a:t>
            </a:r>
            <a:r>
              <a:rPr dirty="0"/>
              <a:t> &lt;&lt; 'Programming';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The output will be Programming because </a:t>
            </a:r>
            <a:r>
              <a:rPr dirty="0" err="1"/>
              <a:t>cout</a:t>
            </a:r>
            <a:r>
              <a:rPr dirty="0"/>
              <a:t> displays the text provided within the output statement.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243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an operator?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An operator is a symbol that performs mathematical, relational, logical, or other operations on variables and values.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Which operator is used for addition?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The plus sign (+) is used as the addition operator to add two or more values.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915" y="1450295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the result of 10 % 3?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The result is 1 because 10 divided by 3 leaves a remainder of 1.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6624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the result of 8 % 2?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The result is 0 because 8 is completely divisible by 2 with no remainder.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1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Which operator checks equality?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The equality operator (==) is used to check whether two values are equal or not.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243" y="116601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the difference between = and == 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The = operator assigns a value to a variable, while == compares two values for equality.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2952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the result of 5 &gt; 3?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The result is true because 5 is greater than 3, making the comparison correct.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914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does &amp;&amp; represent?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&amp;&amp; represents the logical AND operator. It returns true only when both conditions are true.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7" y="1401309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does || represent?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|| represents the logical OR operator. It returns true if at least one condition is true.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243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does ! represent?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! represents the logical NOT operator. It reverses the logical value of a condition.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43" y="116601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Write a program to print 'Hello World'.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DE1825-9306-CA58-A138-4A2BE98CB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85" y="2723160"/>
            <a:ext cx="5170930" cy="37254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1" y="846138"/>
            <a:ext cx="8360229" cy="49178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Write a program to input two numbers and display their sum.</a:t>
            </a:r>
            <a:endParaRPr lang="en-US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98981C-FF92-4133-E043-13D0A1EDB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00" y="2993572"/>
            <a:ext cx="7872716" cy="374468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468" y="1042081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dirty="0"/>
              <a:t>Write a program to calculate the area of a rectangle.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B3214A-868B-250B-F1C7-B7AFAC89D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68" y="3053518"/>
            <a:ext cx="6484361" cy="352984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8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formula is used to calculate Simple Interest?</a:t>
            </a:r>
            <a:endParaRPr lang="en-US" dirty="0"/>
          </a:p>
          <a:p>
            <a:r>
              <a:rPr lang="en-IN" dirty="0"/>
              <a:t>SI=(P*R*T)/100</a:t>
            </a:r>
          </a:p>
          <a:p>
            <a:r>
              <a:rPr lang="en-IN" dirty="0"/>
              <a:t>Where P=Principal Value</a:t>
            </a:r>
          </a:p>
          <a:p>
            <a:r>
              <a:rPr lang="en-IN" dirty="0"/>
              <a:t>R=Rate</a:t>
            </a:r>
          </a:p>
          <a:p>
            <a:r>
              <a:rPr lang="en-IN" dirty="0"/>
              <a:t>T=Time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E4C2B4-AA68-F69B-CAF4-FED058258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291" y="2632643"/>
            <a:ext cx="2991281" cy="391113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26672"/>
            <a:ext cx="8730342" cy="4983162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Write a program to calculate Simple Interest.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AFEDB-C5AC-8E0C-7C62-795157616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8" y="2815645"/>
            <a:ext cx="7260772" cy="383440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Why is a temporary variable used while swapping two numbers?</a:t>
            </a:r>
            <a:endParaRPr lang="en-US" dirty="0"/>
          </a:p>
          <a:p>
            <a:r>
              <a:rPr lang="en-US" dirty="0"/>
              <a:t>Answer:</a:t>
            </a:r>
          </a:p>
          <a:p>
            <a:r>
              <a:rPr lang="en-US" dirty="0"/>
              <a:t>A temporary variable is used to store one value temporarily during swapping. This prevents the original value from being lost before the exchange is completed.</a:t>
            </a: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1230"/>
            <a:ext cx="8686800" cy="5004934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Swap the values: a=10, b=20.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0B53EC-1EF6-5A24-4AD5-A898B94BA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862944"/>
            <a:ext cx="8948058" cy="360317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0295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formula is used to convert Celsius into Fahrenheit?</a:t>
            </a:r>
            <a:endParaRPr lang="en-US" dirty="0"/>
          </a:p>
          <a:p>
            <a:r>
              <a:rPr lang="en-IN" dirty="0"/>
              <a:t>F=(9/5*C)+32</a:t>
            </a:r>
          </a:p>
          <a:p>
            <a:r>
              <a:rPr lang="en-IN" dirty="0"/>
              <a:t>Where, F=Fahrenheit</a:t>
            </a:r>
          </a:p>
          <a:p>
            <a:r>
              <a:rPr lang="en-IN" dirty="0"/>
              <a:t>C=</a:t>
            </a:r>
            <a:r>
              <a:rPr lang="en-IN" dirty="0" err="1"/>
              <a:t>Celcius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1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the Fahrenheit value of 0°C?</a:t>
            </a:r>
            <a:endParaRPr lang="en-US" dirty="0"/>
          </a:p>
          <a:p>
            <a:r>
              <a:rPr lang="en-IN" dirty="0"/>
              <a:t>32 degree F</a:t>
            </a:r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586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Why can integer division give incorrect results in the Celsius-to-Fahrenheit program?</a:t>
            </a:r>
            <a:endParaRPr lang="en-US" dirty="0"/>
          </a:p>
          <a:p>
            <a:r>
              <a:rPr lang="en-US" dirty="0"/>
              <a:t>Answer:</a:t>
            </a:r>
          </a:p>
          <a:p>
            <a:r>
              <a:rPr lang="en-US" dirty="0"/>
              <a:t>Integer division removes the decimal part of a result. For example, 9/5 = 1 instead of 1.8, which can make the Fahrenheit calculation inaccurate.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1255</Words>
  <Application>Microsoft Office PowerPoint</Application>
  <PresentationFormat>On-screen Show (4:3)</PresentationFormat>
  <Paragraphs>286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Question 1</vt:lpstr>
      <vt:lpstr>Question 2</vt:lpstr>
      <vt:lpstr>Question 3</vt:lpstr>
      <vt:lpstr>Question 4</vt:lpstr>
      <vt:lpstr>Question 5</vt:lpstr>
      <vt:lpstr>Question 6</vt:lpstr>
      <vt:lpstr>Question 7</vt:lpstr>
      <vt:lpstr>Question 8</vt:lpstr>
      <vt:lpstr>Question 9</vt:lpstr>
      <vt:lpstr>Question 10</vt:lpstr>
      <vt:lpstr>Question 11</vt:lpstr>
      <vt:lpstr>Question 12</vt:lpstr>
      <vt:lpstr>Question 13</vt:lpstr>
      <vt:lpstr>Question 14</vt:lpstr>
      <vt:lpstr>Question 15</vt:lpstr>
      <vt:lpstr>Question 16</vt:lpstr>
      <vt:lpstr>Question 17</vt:lpstr>
      <vt:lpstr>Question 18</vt:lpstr>
      <vt:lpstr>Question 19</vt:lpstr>
      <vt:lpstr>Question 20</vt:lpstr>
      <vt:lpstr>Question 21</vt:lpstr>
      <vt:lpstr>Question 22</vt:lpstr>
      <vt:lpstr>Question 23</vt:lpstr>
      <vt:lpstr>Question 24</vt:lpstr>
      <vt:lpstr>Question 25</vt:lpstr>
      <vt:lpstr>Question 26</vt:lpstr>
      <vt:lpstr>Question 27</vt:lpstr>
      <vt:lpstr>Question 28</vt:lpstr>
      <vt:lpstr>Question 29</vt:lpstr>
      <vt:lpstr>Question 30</vt:lpstr>
      <vt:lpstr>Question 31</vt:lpstr>
      <vt:lpstr>Question 32</vt:lpstr>
      <vt:lpstr>Question 33</vt:lpstr>
      <vt:lpstr>Question 34</vt:lpstr>
      <vt:lpstr>Question 35</vt:lpstr>
      <vt:lpstr>Question 36</vt:lpstr>
      <vt:lpstr>Question 37</vt:lpstr>
      <vt:lpstr>Question 38</vt:lpstr>
      <vt:lpstr>Question 39</vt:lpstr>
      <vt:lpstr>Question 40</vt:lpstr>
      <vt:lpstr>Question 41</vt:lpstr>
      <vt:lpstr>Question 42</vt:lpstr>
      <vt:lpstr>Question 43</vt:lpstr>
      <vt:lpstr>Question 44</vt:lpstr>
      <vt:lpstr>Question 45</vt:lpstr>
      <vt:lpstr>Question 46</vt:lpstr>
      <vt:lpstr>Question 47</vt:lpstr>
      <vt:lpstr>Question 48</vt:lpstr>
      <vt:lpstr>Question 49</vt:lpstr>
      <vt:lpstr>Question 50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adityakrsreebastav23082007@gmail.com</cp:lastModifiedBy>
  <cp:revision>5</cp:revision>
  <dcterms:created xsi:type="dcterms:W3CDTF">2013-01-27T09:14:16Z</dcterms:created>
  <dcterms:modified xsi:type="dcterms:W3CDTF">2026-06-16T04:48:54Z</dcterms:modified>
  <cp:category/>
</cp:coreProperties>
</file>